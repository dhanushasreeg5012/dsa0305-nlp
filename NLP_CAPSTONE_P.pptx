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2" r:id="rId2"/>
    <p:sldId id="313" r:id="rId3"/>
    <p:sldId id="257" r:id="rId4"/>
    <p:sldId id="305" r:id="rId5"/>
    <p:sldId id="314" r:id="rId6"/>
    <p:sldId id="315" r:id="rId7"/>
    <p:sldId id="288" r:id="rId8"/>
    <p:sldId id="329" r:id="rId9"/>
    <p:sldId id="290" r:id="rId10"/>
    <p:sldId id="331" r:id="rId11"/>
    <p:sldId id="333" r:id="rId12"/>
    <p:sldId id="319" r:id="rId13"/>
    <p:sldId id="337" r:id="rId14"/>
    <p:sldId id="263" r:id="rId15"/>
    <p:sldId id="334" r:id="rId16"/>
    <p:sldId id="335" r:id="rId17"/>
    <p:sldId id="336" r:id="rId18"/>
    <p:sldId id="321" r:id="rId19"/>
    <p:sldId id="326" r:id="rId20"/>
    <p:sldId id="339" r:id="rId21"/>
    <p:sldId id="303" r:id="rId22"/>
    <p:sldId id="309" r:id="rId23"/>
    <p:sldId id="33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9DEACB-0E09-48CE-8B00-B2C4C5A07DB2}" v="12" dt="2026-08-27T04:02:29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53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984" y="216"/>
      </p:cViewPr>
      <p:guideLst>
        <p:guide orient="horz" pos="2160"/>
        <p:guide pos="3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a chakka" userId="a733b0f34fbbb33a" providerId="LiveId" clId="{FBBFCB23-C0C4-4A12-939B-2C6E148D3A06}"/>
    <pc:docChg chg="custSel addSld delSld modSld">
      <pc:chgData name="praveena chakka" userId="a733b0f34fbbb33a" providerId="LiveId" clId="{FBBFCB23-C0C4-4A12-939B-2C6E148D3A06}" dt="2026-08-27T04:02:56.012" v="214" actId="113"/>
      <pc:docMkLst>
        <pc:docMk/>
      </pc:docMkLst>
      <pc:sldChg chg="addSp modSp mod">
        <pc:chgData name="praveena chakka" userId="a733b0f34fbbb33a" providerId="LiveId" clId="{FBBFCB23-C0C4-4A12-939B-2C6E148D3A06}" dt="2026-08-27T04:00:36.642" v="195" actId="14100"/>
        <pc:sldMkLst>
          <pc:docMk/>
          <pc:sldMk cId="0" sldId="257"/>
        </pc:sldMkLst>
        <pc:spChg chg="mod">
          <ac:chgData name="praveena chakka" userId="a733b0f34fbbb33a" providerId="LiveId" clId="{FBBFCB23-C0C4-4A12-939B-2C6E148D3A06}" dt="2026-08-27T04:00:36.642" v="195" actId="14100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praveena chakka" userId="a733b0f34fbbb33a" providerId="LiveId" clId="{FBBFCB23-C0C4-4A12-939B-2C6E148D3A06}" dt="2026-08-27T04:00:20.763" v="190" actId="571"/>
          <ac:spMkLst>
            <pc:docMk/>
            <pc:sldMk cId="0" sldId="257"/>
            <ac:spMk id="6" creationId="{F0823F29-CC22-C403-81A1-94A011CC472E}"/>
          </ac:spMkLst>
        </pc:spChg>
      </pc:sldChg>
      <pc:sldChg chg="modSp mod">
        <pc:chgData name="praveena chakka" userId="a733b0f34fbbb33a" providerId="LiveId" clId="{FBBFCB23-C0C4-4A12-939B-2C6E148D3A06}" dt="2026-08-27T03:46:36.362" v="120" actId="27636"/>
        <pc:sldMkLst>
          <pc:docMk/>
          <pc:sldMk cId="0" sldId="263"/>
        </pc:sldMkLst>
        <pc:spChg chg="mod">
          <ac:chgData name="praveena chakka" userId="a733b0f34fbbb33a" providerId="LiveId" clId="{FBBFCB23-C0C4-4A12-939B-2C6E148D3A06}" dt="2026-08-27T03:46:36.362" v="120" actId="27636"/>
          <ac:spMkLst>
            <pc:docMk/>
            <pc:sldMk cId="0" sldId="263"/>
            <ac:spMk id="2" creationId="{00000000-0000-0000-0000-000000000000}"/>
          </ac:spMkLst>
        </pc:spChg>
      </pc:sldChg>
      <pc:sldChg chg="modSp mod">
        <pc:chgData name="praveena chakka" userId="a733b0f34fbbb33a" providerId="LiveId" clId="{FBBFCB23-C0C4-4A12-939B-2C6E148D3A06}" dt="2026-08-27T03:45:28.908" v="114" actId="20577"/>
        <pc:sldMkLst>
          <pc:docMk/>
          <pc:sldMk cId="0" sldId="303"/>
        </pc:sldMkLst>
        <pc:spChg chg="mod">
          <ac:chgData name="praveena chakka" userId="a733b0f34fbbb33a" providerId="LiveId" clId="{FBBFCB23-C0C4-4A12-939B-2C6E148D3A06}" dt="2026-08-27T03:45:28.908" v="114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 mod">
        <pc:chgData name="praveena chakka" userId="a733b0f34fbbb33a" providerId="LiveId" clId="{FBBFCB23-C0C4-4A12-939B-2C6E148D3A06}" dt="2026-08-27T04:00:44.234" v="196" actId="1076"/>
        <pc:sldMkLst>
          <pc:docMk/>
          <pc:sldMk cId="0" sldId="305"/>
        </pc:sldMkLst>
        <pc:spChg chg="mod">
          <ac:chgData name="praveena chakka" userId="a733b0f34fbbb33a" providerId="LiveId" clId="{FBBFCB23-C0C4-4A12-939B-2C6E148D3A06}" dt="2026-08-27T04:00:44.234" v="196" actId="1076"/>
          <ac:spMkLst>
            <pc:docMk/>
            <pc:sldMk cId="0" sldId="305"/>
            <ac:spMk id="3" creationId="{00000000-0000-0000-0000-000000000000}"/>
          </ac:spMkLst>
        </pc:spChg>
      </pc:sldChg>
      <pc:sldChg chg="modSp mod">
        <pc:chgData name="praveena chakka" userId="a733b0f34fbbb33a" providerId="LiveId" clId="{FBBFCB23-C0C4-4A12-939B-2C6E148D3A06}" dt="2026-08-27T03:44:23.921" v="87" actId="2710"/>
        <pc:sldMkLst>
          <pc:docMk/>
          <pc:sldMk cId="0" sldId="309"/>
        </pc:sldMkLst>
        <pc:spChg chg="mod">
          <ac:chgData name="praveena chakka" userId="a733b0f34fbbb33a" providerId="LiveId" clId="{FBBFCB23-C0C4-4A12-939B-2C6E148D3A06}" dt="2026-08-27T03:44:23.921" v="87" actId="2710"/>
          <ac:spMkLst>
            <pc:docMk/>
            <pc:sldMk cId="0" sldId="309"/>
            <ac:spMk id="7" creationId="{00000000-0000-0000-0000-000000000000}"/>
          </ac:spMkLst>
        </pc:spChg>
      </pc:sldChg>
      <pc:sldChg chg="addSp modSp mod">
        <pc:chgData name="praveena chakka" userId="a733b0f34fbbb33a" providerId="LiveId" clId="{FBBFCB23-C0C4-4A12-939B-2C6E148D3A06}" dt="2026-08-27T04:02:56.012" v="214" actId="113"/>
        <pc:sldMkLst>
          <pc:docMk/>
          <pc:sldMk cId="0" sldId="313"/>
        </pc:sldMkLst>
        <pc:spChg chg="mod">
          <ac:chgData name="praveena chakka" userId="a733b0f34fbbb33a" providerId="LiveId" clId="{FBBFCB23-C0C4-4A12-939B-2C6E148D3A06}" dt="2026-08-27T04:02:52.537" v="213" actId="113"/>
          <ac:spMkLst>
            <pc:docMk/>
            <pc:sldMk cId="0" sldId="313"/>
            <ac:spMk id="3" creationId="{00000000-0000-0000-0000-000000000000}"/>
          </ac:spMkLst>
        </pc:spChg>
        <pc:spChg chg="add mod">
          <ac:chgData name="praveena chakka" userId="a733b0f34fbbb33a" providerId="LiveId" clId="{FBBFCB23-C0C4-4A12-939B-2C6E148D3A06}" dt="2026-08-27T04:02:56.012" v="214" actId="113"/>
          <ac:spMkLst>
            <pc:docMk/>
            <pc:sldMk cId="0" sldId="313"/>
            <ac:spMk id="4" creationId="{70DB46C7-0FD0-37DC-61F8-785BA421ADB6}"/>
          </ac:spMkLst>
        </pc:spChg>
      </pc:sldChg>
      <pc:sldChg chg="modSp mod">
        <pc:chgData name="praveena chakka" userId="a733b0f34fbbb33a" providerId="LiveId" clId="{FBBFCB23-C0C4-4A12-939B-2C6E148D3A06}" dt="2026-08-27T03:46:36.299" v="116" actId="27636"/>
        <pc:sldMkLst>
          <pc:docMk/>
          <pc:sldMk cId="0" sldId="314"/>
        </pc:sldMkLst>
        <pc:spChg chg="mod">
          <ac:chgData name="praveena chakka" userId="a733b0f34fbbb33a" providerId="LiveId" clId="{FBBFCB23-C0C4-4A12-939B-2C6E148D3A06}" dt="2026-08-27T03:46:36.299" v="116" actId="27636"/>
          <ac:spMkLst>
            <pc:docMk/>
            <pc:sldMk cId="0" sldId="314"/>
            <ac:spMk id="3" creationId="{00000000-0000-0000-0000-000000000000}"/>
          </ac:spMkLst>
        </pc:spChg>
      </pc:sldChg>
      <pc:sldChg chg="modSp mod">
        <pc:chgData name="praveena chakka" userId="a733b0f34fbbb33a" providerId="LiveId" clId="{FBBFCB23-C0C4-4A12-939B-2C6E148D3A06}" dt="2026-08-27T03:46:36.315" v="117" actId="27636"/>
        <pc:sldMkLst>
          <pc:docMk/>
          <pc:sldMk cId="0" sldId="315"/>
        </pc:sldMkLst>
        <pc:spChg chg="mod">
          <ac:chgData name="praveena chakka" userId="a733b0f34fbbb33a" providerId="LiveId" clId="{FBBFCB23-C0C4-4A12-939B-2C6E148D3A06}" dt="2026-08-27T03:46:36.315" v="117" actId="27636"/>
          <ac:spMkLst>
            <pc:docMk/>
            <pc:sldMk cId="0" sldId="315"/>
            <ac:spMk id="3" creationId="{00000000-0000-0000-0000-000000000000}"/>
          </ac:spMkLst>
        </pc:spChg>
      </pc:sldChg>
      <pc:sldChg chg="modSp mod">
        <pc:chgData name="praveena chakka" userId="a733b0f34fbbb33a" providerId="LiveId" clId="{FBBFCB23-C0C4-4A12-939B-2C6E148D3A06}" dt="2026-08-27T04:02:28.581" v="206" actId="27636"/>
        <pc:sldMkLst>
          <pc:docMk/>
          <pc:sldMk cId="0" sldId="319"/>
        </pc:sldMkLst>
        <pc:spChg chg="mod">
          <ac:chgData name="praveena chakka" userId="a733b0f34fbbb33a" providerId="LiveId" clId="{FBBFCB23-C0C4-4A12-939B-2C6E148D3A06}" dt="2026-08-27T04:02:28.581" v="206" actId="27636"/>
          <ac:spMkLst>
            <pc:docMk/>
            <pc:sldMk cId="0" sldId="319"/>
            <ac:spMk id="3" creationId="{00000000-0000-0000-0000-000000000000}"/>
          </ac:spMkLst>
        </pc:spChg>
      </pc:sldChg>
      <pc:sldChg chg="addSp delSp modSp mod">
        <pc:chgData name="praveena chakka" userId="a733b0f34fbbb33a" providerId="LiveId" clId="{FBBFCB23-C0C4-4A12-939B-2C6E148D3A06}" dt="2026-08-27T03:44:03.727" v="84" actId="1076"/>
        <pc:sldMkLst>
          <pc:docMk/>
          <pc:sldMk cId="0" sldId="321"/>
        </pc:sldMkLst>
        <pc:spChg chg="add mod">
          <ac:chgData name="praveena chakka" userId="a733b0f34fbbb33a" providerId="LiveId" clId="{FBBFCB23-C0C4-4A12-939B-2C6E148D3A06}" dt="2026-08-27T03:44:03.727" v="84" actId="1076"/>
          <ac:spMkLst>
            <pc:docMk/>
            <pc:sldMk cId="0" sldId="321"/>
            <ac:spMk id="9" creationId="{16B74BDA-C0A2-9785-9D18-D7BE41FBA7FE}"/>
          </ac:spMkLst>
        </pc:spChg>
        <pc:picChg chg="del">
          <ac:chgData name="praveena chakka" userId="a733b0f34fbbb33a" providerId="LiveId" clId="{FBBFCB23-C0C4-4A12-939B-2C6E148D3A06}" dt="2026-08-27T03:35:14.965" v="20" actId="478"/>
          <ac:picMkLst>
            <pc:docMk/>
            <pc:sldMk cId="0" sldId="321"/>
            <ac:picMk id="5" creationId="{00000000-0000-0000-0000-000000000000}"/>
          </ac:picMkLst>
        </pc:picChg>
        <pc:picChg chg="add mod">
          <ac:chgData name="praveena chakka" userId="a733b0f34fbbb33a" providerId="LiveId" clId="{FBBFCB23-C0C4-4A12-939B-2C6E148D3A06}" dt="2026-08-27T03:35:48.322" v="28" actId="1076"/>
          <ac:picMkLst>
            <pc:docMk/>
            <pc:sldMk cId="0" sldId="321"/>
            <ac:picMk id="7" creationId="{4C74469F-2BA3-0092-CC7F-A301BC5EA24A}"/>
          </ac:picMkLst>
        </pc:picChg>
      </pc:sldChg>
      <pc:sldChg chg="addSp modSp mod">
        <pc:chgData name="praveena chakka" userId="a733b0f34fbbb33a" providerId="LiveId" clId="{FBBFCB23-C0C4-4A12-939B-2C6E148D3A06}" dt="2026-08-27T03:50:26.931" v="186" actId="1076"/>
        <pc:sldMkLst>
          <pc:docMk/>
          <pc:sldMk cId="0" sldId="326"/>
        </pc:sldMkLst>
        <pc:spChg chg="mod">
          <ac:chgData name="praveena chakka" userId="a733b0f34fbbb33a" providerId="LiveId" clId="{FBBFCB23-C0C4-4A12-939B-2C6E148D3A06}" dt="2026-08-27T03:47:59.458" v="145"/>
          <ac:spMkLst>
            <pc:docMk/>
            <pc:sldMk cId="0" sldId="326"/>
            <ac:spMk id="2" creationId="{00000000-0000-0000-0000-000000000000}"/>
          </ac:spMkLst>
        </pc:spChg>
        <pc:spChg chg="mod">
          <ac:chgData name="praveena chakka" userId="a733b0f34fbbb33a" providerId="LiveId" clId="{FBBFCB23-C0C4-4A12-939B-2C6E148D3A06}" dt="2026-08-27T03:49:38.358" v="180" actId="1076"/>
          <ac:spMkLst>
            <pc:docMk/>
            <pc:sldMk cId="0" sldId="326"/>
            <ac:spMk id="3" creationId="{00000000-0000-0000-0000-000000000000}"/>
          </ac:spMkLst>
        </pc:spChg>
        <pc:picChg chg="add mod">
          <ac:chgData name="praveena chakka" userId="a733b0f34fbbb33a" providerId="LiveId" clId="{FBBFCB23-C0C4-4A12-939B-2C6E148D3A06}" dt="2026-08-27T03:50:26.931" v="186" actId="1076"/>
          <ac:picMkLst>
            <pc:docMk/>
            <pc:sldMk cId="0" sldId="326"/>
            <ac:picMk id="7" creationId="{A4393210-D98F-FEBE-67BA-24A9DD5CBF38}"/>
          </ac:picMkLst>
        </pc:picChg>
      </pc:sldChg>
      <pc:sldChg chg="addSp delSp modSp del mod">
        <pc:chgData name="praveena chakka" userId="a733b0f34fbbb33a" providerId="LiveId" clId="{FBBFCB23-C0C4-4A12-939B-2C6E148D3A06}" dt="2026-08-27T03:47:43.659" v="143" actId="47"/>
        <pc:sldMkLst>
          <pc:docMk/>
          <pc:sldMk cId="0" sldId="328"/>
        </pc:sldMkLst>
        <pc:spChg chg="mod">
          <ac:chgData name="praveena chakka" userId="a733b0f34fbbb33a" providerId="LiveId" clId="{FBBFCB23-C0C4-4A12-939B-2C6E148D3A06}" dt="2026-08-27T03:47:24.849" v="135" actId="20577"/>
          <ac:spMkLst>
            <pc:docMk/>
            <pc:sldMk cId="0" sldId="328"/>
            <ac:spMk id="2" creationId="{00000000-0000-0000-0000-000000000000}"/>
          </ac:spMkLst>
        </pc:spChg>
        <pc:spChg chg="add del mod">
          <ac:chgData name="praveena chakka" userId="a733b0f34fbbb33a" providerId="LiveId" clId="{FBBFCB23-C0C4-4A12-939B-2C6E148D3A06}" dt="2026-08-27T03:47:43.326" v="142"/>
          <ac:spMkLst>
            <pc:docMk/>
            <pc:sldMk cId="0" sldId="328"/>
            <ac:spMk id="4" creationId="{60C0542B-0E14-D39B-E224-BD36FCB5DD7E}"/>
          </ac:spMkLst>
        </pc:spChg>
        <pc:spChg chg="add del mod">
          <ac:chgData name="praveena chakka" userId="a733b0f34fbbb33a" providerId="LiveId" clId="{FBBFCB23-C0C4-4A12-939B-2C6E148D3A06}" dt="2026-08-27T03:47:33.218" v="138"/>
          <ac:spMkLst>
            <pc:docMk/>
            <pc:sldMk cId="0" sldId="328"/>
            <ac:spMk id="5" creationId="{D43FBCF7-59C0-1881-EB55-87610BE820C3}"/>
          </ac:spMkLst>
        </pc:spChg>
      </pc:sldChg>
      <pc:sldChg chg="modSp mod">
        <pc:chgData name="praveena chakka" userId="a733b0f34fbbb33a" providerId="LiveId" clId="{FBBFCB23-C0C4-4A12-939B-2C6E148D3A06}" dt="2026-08-27T03:46:36.339" v="118" actId="27636"/>
        <pc:sldMkLst>
          <pc:docMk/>
          <pc:sldMk cId="0" sldId="329"/>
        </pc:sldMkLst>
        <pc:spChg chg="mod">
          <ac:chgData name="praveena chakka" userId="a733b0f34fbbb33a" providerId="LiveId" clId="{FBBFCB23-C0C4-4A12-939B-2C6E148D3A06}" dt="2026-08-27T03:46:36.339" v="118" actId="27636"/>
          <ac:spMkLst>
            <pc:docMk/>
            <pc:sldMk cId="0" sldId="329"/>
            <ac:spMk id="3" creationId="{00000000-0000-0000-0000-000000000000}"/>
          </ac:spMkLst>
        </pc:spChg>
      </pc:sldChg>
      <pc:sldChg chg="addSp delSp modSp mod">
        <pc:chgData name="praveena chakka" userId="a733b0f34fbbb33a" providerId="LiveId" clId="{FBBFCB23-C0C4-4A12-939B-2C6E148D3A06}" dt="2026-08-27T03:42:08.339" v="56" actId="123"/>
        <pc:sldMkLst>
          <pc:docMk/>
          <pc:sldMk cId="0" sldId="334"/>
        </pc:sldMkLst>
        <pc:spChg chg="add mod">
          <ac:chgData name="praveena chakka" userId="a733b0f34fbbb33a" providerId="LiveId" clId="{FBBFCB23-C0C4-4A12-939B-2C6E148D3A06}" dt="2026-08-27T03:42:08.339" v="56" actId="123"/>
          <ac:spMkLst>
            <pc:docMk/>
            <pc:sldMk cId="0" sldId="334"/>
            <ac:spMk id="9" creationId="{A419B45F-3820-17BE-2390-DC46A5F7783D}"/>
          </ac:spMkLst>
        </pc:spChg>
        <pc:picChg chg="del">
          <ac:chgData name="praveena chakka" userId="a733b0f34fbbb33a" providerId="LiveId" clId="{FBBFCB23-C0C4-4A12-939B-2C6E148D3A06}" dt="2026-08-27T03:35:04.458" v="17" actId="478"/>
          <ac:picMkLst>
            <pc:docMk/>
            <pc:sldMk cId="0" sldId="334"/>
            <ac:picMk id="5" creationId="{00000000-0000-0000-0000-000000000000}"/>
          </ac:picMkLst>
        </pc:picChg>
        <pc:picChg chg="add mod">
          <ac:chgData name="praveena chakka" userId="a733b0f34fbbb33a" providerId="LiveId" clId="{FBBFCB23-C0C4-4A12-939B-2C6E148D3A06}" dt="2026-08-27T03:37:43.489" v="47" actId="14100"/>
          <ac:picMkLst>
            <pc:docMk/>
            <pc:sldMk cId="0" sldId="334"/>
            <ac:picMk id="7" creationId="{92AE82AE-9580-3900-D4FC-1178821D8D6B}"/>
          </ac:picMkLst>
        </pc:picChg>
      </pc:sldChg>
      <pc:sldChg chg="addSp delSp modSp mod">
        <pc:chgData name="praveena chakka" userId="a733b0f34fbbb33a" providerId="LiveId" clId="{FBBFCB23-C0C4-4A12-939B-2C6E148D3A06}" dt="2026-08-27T03:42:54.266" v="67" actId="1076"/>
        <pc:sldMkLst>
          <pc:docMk/>
          <pc:sldMk cId="0" sldId="335"/>
        </pc:sldMkLst>
        <pc:spChg chg="add mod">
          <ac:chgData name="praveena chakka" userId="a733b0f34fbbb33a" providerId="LiveId" clId="{FBBFCB23-C0C4-4A12-939B-2C6E148D3A06}" dt="2026-08-27T03:42:54.266" v="67" actId="1076"/>
          <ac:spMkLst>
            <pc:docMk/>
            <pc:sldMk cId="0" sldId="335"/>
            <ac:spMk id="9" creationId="{F33CFB3D-C048-D145-33E6-6F6B330EAEE7}"/>
          </ac:spMkLst>
        </pc:spChg>
        <pc:picChg chg="del">
          <ac:chgData name="praveena chakka" userId="a733b0f34fbbb33a" providerId="LiveId" clId="{FBBFCB23-C0C4-4A12-939B-2C6E148D3A06}" dt="2026-08-27T03:35:07.957" v="18" actId="478"/>
          <ac:picMkLst>
            <pc:docMk/>
            <pc:sldMk cId="0" sldId="335"/>
            <ac:picMk id="5" creationId="{00000000-0000-0000-0000-000000000000}"/>
          </ac:picMkLst>
        </pc:picChg>
        <pc:picChg chg="add mod">
          <ac:chgData name="praveena chakka" userId="a733b0f34fbbb33a" providerId="LiveId" clId="{FBBFCB23-C0C4-4A12-939B-2C6E148D3A06}" dt="2026-08-27T03:36:57.408" v="40" actId="1076"/>
          <ac:picMkLst>
            <pc:docMk/>
            <pc:sldMk cId="0" sldId="335"/>
            <ac:picMk id="7" creationId="{4D885371-581A-9DB0-16CB-151403761FF3}"/>
          </ac:picMkLst>
        </pc:picChg>
      </pc:sldChg>
      <pc:sldChg chg="addSp delSp modSp mod">
        <pc:chgData name="praveena chakka" userId="a733b0f34fbbb33a" providerId="LiveId" clId="{FBBFCB23-C0C4-4A12-939B-2C6E148D3A06}" dt="2026-08-27T03:43:31.708" v="75" actId="1076"/>
        <pc:sldMkLst>
          <pc:docMk/>
          <pc:sldMk cId="0" sldId="336"/>
        </pc:sldMkLst>
        <pc:spChg chg="add mod">
          <ac:chgData name="praveena chakka" userId="a733b0f34fbbb33a" providerId="LiveId" clId="{FBBFCB23-C0C4-4A12-939B-2C6E148D3A06}" dt="2026-08-27T03:43:31.708" v="75" actId="1076"/>
          <ac:spMkLst>
            <pc:docMk/>
            <pc:sldMk cId="0" sldId="336"/>
            <ac:spMk id="9" creationId="{C2147296-868A-4855-D37F-7BE3617BADAE}"/>
          </ac:spMkLst>
        </pc:spChg>
        <pc:picChg chg="del">
          <ac:chgData name="praveena chakka" userId="a733b0f34fbbb33a" providerId="LiveId" clId="{FBBFCB23-C0C4-4A12-939B-2C6E148D3A06}" dt="2026-08-27T03:35:11.922" v="19" actId="478"/>
          <ac:picMkLst>
            <pc:docMk/>
            <pc:sldMk cId="0" sldId="336"/>
            <ac:picMk id="5" creationId="{00000000-0000-0000-0000-000000000000}"/>
          </ac:picMkLst>
        </pc:picChg>
        <pc:picChg chg="add mod">
          <ac:chgData name="praveena chakka" userId="a733b0f34fbbb33a" providerId="LiveId" clId="{FBBFCB23-C0C4-4A12-939B-2C6E148D3A06}" dt="2026-08-27T03:36:14.854" v="33" actId="1076"/>
          <ac:picMkLst>
            <pc:docMk/>
            <pc:sldMk cId="0" sldId="336"/>
            <ac:picMk id="7" creationId="{F90BD0AD-BACF-D0E8-887E-FF08A0109E57}"/>
          </ac:picMkLst>
        </pc:picChg>
      </pc:sldChg>
      <pc:sldChg chg="addSp delSp modSp mod">
        <pc:chgData name="praveena chakka" userId="a733b0f34fbbb33a" providerId="LiveId" clId="{FBBFCB23-C0C4-4A12-939B-2C6E148D3A06}" dt="2026-08-27T03:35:00.202" v="16" actId="14100"/>
        <pc:sldMkLst>
          <pc:docMk/>
          <pc:sldMk cId="0" sldId="337"/>
        </pc:sldMkLst>
        <pc:spChg chg="mod">
          <ac:chgData name="praveena chakka" userId="a733b0f34fbbb33a" providerId="LiveId" clId="{FBBFCB23-C0C4-4A12-939B-2C6E148D3A06}" dt="2026-08-27T03:34:51.301" v="15" actId="255"/>
          <ac:spMkLst>
            <pc:docMk/>
            <pc:sldMk cId="0" sldId="337"/>
            <ac:spMk id="2" creationId="{00000000-0000-0000-0000-000000000000}"/>
          </ac:spMkLst>
        </pc:spChg>
        <pc:spChg chg="del mod">
          <ac:chgData name="praveena chakka" userId="a733b0f34fbbb33a" providerId="LiveId" clId="{FBBFCB23-C0C4-4A12-939B-2C6E148D3A06}" dt="2026-08-27T03:34:26.037" v="8" actId="478"/>
          <ac:spMkLst>
            <pc:docMk/>
            <pc:sldMk cId="0" sldId="337"/>
            <ac:spMk id="3" creationId="{00000000-0000-0000-0000-000000000000}"/>
          </ac:spMkLst>
        </pc:spChg>
        <pc:picChg chg="add mod">
          <ac:chgData name="praveena chakka" userId="a733b0f34fbbb33a" providerId="LiveId" clId="{FBBFCB23-C0C4-4A12-939B-2C6E148D3A06}" dt="2026-08-27T03:35:00.202" v="16" actId="14100"/>
          <ac:picMkLst>
            <pc:docMk/>
            <pc:sldMk cId="0" sldId="337"/>
            <ac:picMk id="7" creationId="{E1681C6E-3583-EB82-E192-CCB1A88DF4BA}"/>
          </ac:picMkLst>
        </pc:picChg>
      </pc:sldChg>
      <pc:sldChg chg="delSp modSp add mod">
        <pc:chgData name="praveena chakka" userId="a733b0f34fbbb33a" providerId="LiveId" clId="{FBBFCB23-C0C4-4A12-939B-2C6E148D3A06}" dt="2026-08-27T04:01:45.865" v="200"/>
        <pc:sldMkLst>
          <pc:docMk/>
          <pc:sldMk cId="2963461789" sldId="338"/>
        </pc:sldMkLst>
        <pc:spChg chg="mod">
          <ac:chgData name="praveena chakka" userId="a733b0f34fbbb33a" providerId="LiveId" clId="{FBBFCB23-C0C4-4A12-939B-2C6E148D3A06}" dt="2026-08-27T04:01:43.227" v="198" actId="1076"/>
          <ac:spMkLst>
            <pc:docMk/>
            <pc:sldMk cId="2963461789" sldId="338"/>
            <ac:spMk id="2" creationId="{7AD964D7-0153-74F7-AE3E-E2E17490EED5}"/>
          </ac:spMkLst>
        </pc:spChg>
        <pc:spChg chg="del mod">
          <ac:chgData name="praveena chakka" userId="a733b0f34fbbb33a" providerId="LiveId" clId="{FBBFCB23-C0C4-4A12-939B-2C6E148D3A06}" dt="2026-08-27T04:01:45.865" v="200"/>
          <ac:spMkLst>
            <pc:docMk/>
            <pc:sldMk cId="2963461789" sldId="338"/>
            <ac:spMk id="4" creationId="{9D8CB5D0-9C59-9010-0212-BE5F8D13C353}"/>
          </ac:spMkLst>
        </pc:spChg>
      </pc:sldChg>
      <pc:sldChg chg="modSp add">
        <pc:chgData name="praveena chakka" userId="a733b0f34fbbb33a" providerId="LiveId" clId="{FBBFCB23-C0C4-4A12-939B-2C6E148D3A06}" dt="2026-08-27T03:47:48.023" v="144"/>
        <pc:sldMkLst>
          <pc:docMk/>
          <pc:sldMk cId="501008786" sldId="339"/>
        </pc:sldMkLst>
        <pc:spChg chg="mod">
          <ac:chgData name="praveena chakka" userId="a733b0f34fbbb33a" providerId="LiveId" clId="{FBBFCB23-C0C4-4A12-939B-2C6E148D3A06}" dt="2026-08-27T03:47:48.023" v="144"/>
          <ac:spMkLst>
            <pc:docMk/>
            <pc:sldMk cId="501008786" sldId="339"/>
            <ac:spMk id="2" creationId="{078BE317-88BC-4CD5-5028-1AD13312174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0D50B-76D3-4FD8-AABC-626A40B53236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53B43-DF85-4FB7-A030-8B801D6A839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524000" y="2362200"/>
            <a:ext cx="924560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240971" y="1813432"/>
            <a:ext cx="9245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Department of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Computer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Science And Engineering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50553" y="2607265"/>
            <a:ext cx="9026435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2800" b="1">
                <a:sym typeface="+mn-ea"/>
              </a:rPr>
              <a:t>NLP-Based Job-Adaptive Resume and Portfolio Generation with Skill Gap Analysis</a:t>
            </a:r>
            <a:endParaRPr sz="2800" b="1"/>
          </a:p>
          <a:p>
            <a:pPr algn="ctr"/>
            <a:endParaRPr lang="en-US" sz="2800" b="1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48" y="65582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07087" y="64421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SIMATS ENGINEERIN</a:t>
            </a:r>
            <a:b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b="1" dirty="0" err="1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Saveetha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Institute of Medical and Technical Sciences</a:t>
            </a:r>
            <a:b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Chennai-602105</a:t>
            </a:r>
            <a:endParaRPr lang="en-GB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2522" y="658019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ubtitle 2"/>
          <p:cNvSpPr txBox="1"/>
          <p:nvPr/>
        </p:nvSpPr>
        <p:spPr>
          <a:xfrm>
            <a:off x="7661275" y="3657600"/>
            <a:ext cx="5494020" cy="24745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By: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G.Dhanusha Sree(192325012)    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Deepka V(192325008) 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Sushma(192325135)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C.Praveena(192324272)  </a:t>
            </a: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K.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Anbazhagan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Professor.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5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7063" y="286340"/>
            <a:ext cx="9144000" cy="797877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3655" y="1592688"/>
            <a:ext cx="4792345" cy="496388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CONFIGURATION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3" y="301426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1007" y="30362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DB46C7-0FD0-37DC-61F8-785BA421ADB6}"/>
              </a:ext>
            </a:extLst>
          </p:cNvPr>
          <p:cNvSpPr txBox="1"/>
          <p:nvPr/>
        </p:nvSpPr>
        <p:spPr>
          <a:xfrm>
            <a:off x="6756400" y="1812473"/>
            <a:ext cx="533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METHODOLODY -   1.1  LIST OF MODULES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EXPLANATION OF MODULES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&amp; SCREENSHOT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9870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721" y="1727199"/>
            <a:ext cx="10894590" cy="447278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seekers waste time manually tailoring resumes for each job; most use generic templates that don't highlight role-specific strengths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Proposes an NLP-based system that auto-customizes resume &amp; portfolio to match a target job description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NLP techniques: tokenization, Named Entity Recognition (NER), keyword extraction, semantic embeddings.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similarity score between candidate profile and job description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Analysis module identifies missing/weak skills and recommends upskilling resources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ATS-friendly resume + dynamic portfolio generated automatically per application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48" y="65582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2522" y="658019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342" y="457200"/>
            <a:ext cx="9302931" cy="97971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8605" y="1589405"/>
            <a:ext cx="9279255" cy="529018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75%+ of resumes are first screened by Applicant Tracking Systems (ATS), not humans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Resumes not aligned with job keywords/skills get rejected at this first stage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Candidates lack time/skill to rewrite resumes for every application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Candidates often don't know which skills they're missing for a target role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builds an NLP pipeline: reads profile + job description → generates adaptive resume/portfolio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Goes beyond keyword matching using semantic similarity + entity extraction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structured Skill Gap Analysis with learning resource suggestions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increase interview call rate, save time, guide upskilling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40" y="79375"/>
            <a:ext cx="1071245" cy="105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460" y="224790"/>
            <a:ext cx="979805" cy="125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610" y="1537970"/>
            <a:ext cx="11147425" cy="4712970"/>
          </a:xfrm>
        </p:spPr>
        <p:txBody>
          <a:bodyPr>
            <a:normAutofit fontScale="87500" lnSpcReduction="20000"/>
          </a:bodyPr>
          <a:lstStyle/>
          <a:p>
            <a:pPr marL="0" indent="0">
              <a:buNone/>
            </a:pPr>
            <a:r>
              <a:rPr lang="en-US" altLang="en-US" b="1" dirty="0"/>
              <a:t>Paper 1: Automated Resume Screening using NLP and ML — Roy, Chowdhary, Bhatia (2020)</a:t>
            </a:r>
          </a:p>
          <a:p>
            <a:endParaRPr lang="en-US" altLang="en-US" b="1" dirty="0"/>
          </a:p>
          <a:p>
            <a:r>
              <a:rPr lang="en-US" altLang="en-US" dirty="0"/>
              <a:t>Parses resumes into structured fields using NLP</a:t>
            </a:r>
          </a:p>
          <a:p>
            <a:r>
              <a:rPr lang="en-US" altLang="en-US" dirty="0"/>
              <a:t>Classifies candidates using Random Forest, KNN</a:t>
            </a:r>
          </a:p>
          <a:p>
            <a:r>
              <a:rPr lang="en-US" altLang="en-US" dirty="0"/>
              <a:t>Focus: screening, not generation or gap analysis</a:t>
            </a:r>
          </a:p>
          <a:p>
            <a:endParaRPr lang="en-US" altLang="en-US" dirty="0"/>
          </a:p>
          <a:p>
            <a:pPr marL="0" indent="0">
              <a:buNone/>
            </a:pPr>
            <a:r>
              <a:rPr lang="en-US" altLang="en-US" b="1" dirty="0"/>
              <a:t>Paper 2: Resume Classification using TF-IDF and Cosine Similarity — Kopparapu (2019)</a:t>
            </a:r>
          </a:p>
          <a:p>
            <a:endParaRPr lang="en-US" altLang="en-US" dirty="0"/>
          </a:p>
          <a:p>
            <a:r>
              <a:rPr lang="en-US" altLang="en-US" dirty="0"/>
              <a:t>Baseline text-matching using TF-IDF vectors + cosine similarity</a:t>
            </a:r>
          </a:p>
          <a:p>
            <a:r>
              <a:rPr lang="en-US" altLang="en-US" dirty="0"/>
              <a:t>Limitation: keyword-only matching, misses synonyms/context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" y="255174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406" y="25517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935" y="1511300"/>
            <a:ext cx="11214100" cy="4979035"/>
          </a:xfrm>
        </p:spPr>
        <p:txBody>
          <a:bodyPr>
            <a:normAutofit fontScale="77500" lnSpcReduction="10000"/>
          </a:bodyPr>
          <a:lstStyle/>
          <a:p>
            <a:pPr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3: SKILL — Skill Identification and Normalization — Zhao, Javed, Jacob, McNair (2015)</a:t>
            </a:r>
          </a:p>
          <a:p>
            <a:pPr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and normalizes skill entities from job postings/resumes</a:t>
            </a:r>
          </a:p>
          <a:p>
            <a:pPr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NER + taxonomy matching</a:t>
            </a:r>
          </a:p>
          <a:p>
            <a:pPr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Basis for skill-gap comparison logic</a:t>
            </a:r>
          </a:p>
          <a:p>
            <a:pPr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4: BERT-Based Resume-JD Matching — Bhatia, Rawat, Kumar, Shah (2019)</a:t>
            </a:r>
          </a:p>
          <a:p>
            <a:pPr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BERT contextual embeddings for semantic similarity</a:t>
            </a:r>
          </a:p>
          <a:p>
            <a:pPr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match relevance beyond keyword overlap</a:t>
            </a:r>
          </a:p>
          <a:p>
            <a:pPr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the semantic-matching basis of this project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" y="255174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406" y="25517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50166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7795"/>
            <a:ext cx="10662285" cy="476059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Static resume builders: only formatting templates, no market intelligence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ATS checkers: score resume vs. JD but leave tailoring to the user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Rely on simple keyword matching — misses synonyms (e.g., "ML" vs "Machine Learning")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No system combines resume + portfolio generation + skill-gap recommendations together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Candidates must use multiple disconnected tools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" y="255174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406" y="25517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50166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945" y="1407795"/>
            <a:ext cx="7550785" cy="4351655"/>
          </a:xfrm>
        </p:spPr>
        <p:txBody>
          <a:bodyPr>
            <a:normAutofit fontScale="8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resumes get rejected by ATS before reaching recruiters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time/expertise to manually tailor resumes per application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Keyword-only tools ignore semantic meaning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coordination between resume content and job requirements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clear, quantified skill gap feedback for candidates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Portfolios are static, not re-targeted per application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actionable path to close skill gaps — only scoring, no guidance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" y="255174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406" y="25517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485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765" y="1169670"/>
            <a:ext cx="10542270" cy="380428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NLP pipeline: candidate profile + job description → adaptive resume + portfolio + skill gap report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tokenization, stop-word removal, lemmatization, NER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embeddings (Sentence-BERT) compute similarity score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Reorders/rewords resume bullets to emphasize relevant experience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module: compares candidate skills vs. required/preferred skills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gap score, recommends courses to close each gap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Renders ATS-friendly resume via template engine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Auto-populates matching portfolio page for consistency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" y="255174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406" y="25517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3762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SYSTEM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5" y="1825625"/>
            <a:ext cx="5123815" cy="43516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i5 (10th Gen) or higher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8 GB min (16 GB recommended)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Disk: 256 GB SSD or higher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GPU: Optional NVIDIA CUDA-enabled (faster inference)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Keyboard/Mouse: Standard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" y="255174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406" y="25517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5"/>
          <p:cNvSpPr txBox="1"/>
          <p:nvPr/>
        </p:nvSpPr>
        <p:spPr>
          <a:xfrm>
            <a:off x="5971540" y="1424940"/>
            <a:ext cx="6220460" cy="5020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OS: Windows 10/11, Linux, or macOS</a:t>
            </a: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Language: Python 3.9+</a:t>
            </a: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NLP Libraries: spaCy, NLTK, Hugging Face Transformers, Sentence-Transformers</a:t>
            </a: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ML: scikit-learn, PyTorch/TensorFlow</a:t>
            </a: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Backend: Flask/FastAPI/Django</a:t>
            </a: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React.js / HTML5, CSS3, JS</a:t>
            </a: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MySQL/MongoDB</a:t>
            </a: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IDE: VS Code/PyCharm/Jupyter</a:t>
            </a: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Document Gen: python-docx, ReportLab/WeasyPrint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" y="255174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406" y="25517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 descr="System_Architecture_Diagram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403350" y="-90170"/>
            <a:ext cx="8846820" cy="71672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587830"/>
            <a:ext cx="9144000" cy="88827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5350" y="1149350"/>
            <a:ext cx="9772650" cy="4859655"/>
          </a:xfrm>
        </p:spPr>
        <p:txBody>
          <a:bodyPr>
            <a:normAutofit fontScale="82500" lnSpcReduction="20000"/>
          </a:bodyPr>
          <a:lstStyle/>
          <a:p>
            <a:pPr algn="l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TF-IDF + Cosine Similarity</a:t>
            </a:r>
          </a:p>
          <a:p>
            <a:pPr algn="l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resume/JD into weighted term vectors</a:t>
            </a: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gives fast baseline relevance score</a:t>
            </a:r>
          </a:p>
          <a:p>
            <a:pPr algn="l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Named Entity Recognition (NER)</a:t>
            </a:r>
          </a:p>
          <a:p>
            <a:pPr algn="l"/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SKILL, TOOL, DEGREE, ORGANIZATION entities</a:t>
            </a: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Basis for Skill Gap Analysis</a:t>
            </a:r>
          </a:p>
          <a:p>
            <a:pPr algn="l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Sentence-BERT Semantic Similarity</a:t>
            </a:r>
          </a:p>
          <a:p>
            <a:pPr algn="l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Encodes resume bullets &amp; JD requirements as dense vectors</a:t>
            </a:r>
          </a:p>
          <a:p>
            <a:pPr algn="l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contextual meaning (e.g., "built REST APIs" ≈ "API development")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" y="255174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406" y="25517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3212" y="119702"/>
            <a:ext cx="9144000" cy="64008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" y="255174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406" y="25517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681C6E-3583-EB82-E192-CCB1A88DF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7064" y="856527"/>
            <a:ext cx="7245752" cy="60998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0040"/>
            <a:ext cx="10972800" cy="640080"/>
          </a:xfrm>
        </p:spPr>
        <p:txBody>
          <a:bodyPr>
            <a:normAutofit/>
          </a:bodyPr>
          <a:lstStyle/>
          <a:p>
            <a:pPr algn="ctr"/>
            <a:r>
              <a:rPr sz="2800" b="1"/>
              <a:t>LIST OF MODULES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495" y="1691005"/>
            <a:ext cx="8307705" cy="4069715"/>
          </a:xfrm>
        </p:spPr>
        <p:txBody>
          <a:bodyPr>
            <a:normAutofit/>
          </a:bodyPr>
          <a:lstStyle/>
          <a:p>
            <a:pPr marL="342900" marR="0" lvl="0" indent="-34290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Ø"/>
              <a:defRPr sz="2000"/>
            </a:pPr>
            <a:r>
              <a:t>1. User Profile &amp; Job Description Input</a:t>
            </a:r>
            <a:endParaRPr lang="en-US" altLang="en-US" sz="1800" b="1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/>
            </a:pPr>
            <a:r>
              <a:t>2. NLP Preprocessing and Entity Extraction</a:t>
            </a:r>
          </a:p>
          <a:p>
            <a:pPr>
              <a:spcAft>
                <a:spcPts val="1000"/>
              </a:spcAft>
              <a:defRPr sz="2000"/>
            </a:pPr>
            <a:r>
              <a:t>3. Resume–Job Semantic Matching Engine</a:t>
            </a:r>
          </a:p>
          <a:p>
            <a:pPr>
              <a:spcAft>
                <a:spcPts val="1000"/>
              </a:spcAft>
              <a:defRPr sz="2000"/>
            </a:pPr>
            <a:r>
              <a:t>4. Skill Gap Analysis and Recommendation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" y="255174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406" y="25517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909828" cy="89976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232" y="256032"/>
            <a:ext cx="713232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743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32323"/>
                </a:solidFill>
              </a:rPr>
              <a:t>MODULE 1 – USER PROFILE &amp; JOB DESCRIPTION INPUT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AE82AE-9580-3900-D4FC-1178821D8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939" y="1562583"/>
            <a:ext cx="6007261" cy="48960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19B45F-3820-17BE-2390-DC46A5F7783D}"/>
              </a:ext>
            </a:extLst>
          </p:cNvPr>
          <p:cNvSpPr txBox="1"/>
          <p:nvPr/>
        </p:nvSpPr>
        <p:spPr>
          <a:xfrm>
            <a:off x="535329" y="2351782"/>
            <a:ext cx="5078393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Collects the candidate’s resume/profile and the target job description.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it is used: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Provides the required data for resume–job matching.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Extracts and stores the candidate and job information as text.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Candidate Profile + Target Job Description.</a:t>
            </a:r>
            <a:endParaRPr lang="en-IN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909828" cy="89976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232" y="256032"/>
            <a:ext cx="713232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743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32323"/>
                </a:solidFill>
              </a:rPr>
              <a:t>MODULE 2 – NLP PREPROCESSING &amp; ENTITY EXTRACTION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885371-581A-9DB0-16CB-151403761F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398" y="1724627"/>
            <a:ext cx="5474235" cy="45025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3CFB3D-C048-D145-33E6-6F6B330EAEE7}"/>
              </a:ext>
            </a:extLst>
          </p:cNvPr>
          <p:cNvSpPr txBox="1"/>
          <p:nvPr/>
        </p:nvSpPr>
        <p:spPr>
          <a:xfrm>
            <a:off x="1241567" y="2035199"/>
            <a:ext cx="4793473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Cleans and processes the collected text.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it is used: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Removes unnecessary words and prepares text for NLP analysis.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Tokenization, cleaning, lemmatization, and Named Entity Recognition.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Cleaned text + Extracted skills, tools, degrees, and entities.</a:t>
            </a:r>
            <a:endParaRPr lang="en-IN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909828" cy="89976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232" y="256032"/>
            <a:ext cx="713232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743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32323"/>
                </a:solidFill>
              </a:rPr>
              <a:t>MODULE 3 – RESUME–JOB SEMANTIC MATCHING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0BD0AD-BACF-D0E8-887E-FF08A0109E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454" y="1574157"/>
            <a:ext cx="6037354" cy="49250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147296-868A-4855-D37F-7BE3617BADAE}"/>
              </a:ext>
            </a:extLst>
          </p:cNvPr>
          <p:cNvSpPr txBox="1"/>
          <p:nvPr/>
        </p:nvSpPr>
        <p:spPr>
          <a:xfrm>
            <a:off x="685801" y="1939950"/>
            <a:ext cx="4916346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Compares the candidate profile with the target job description.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it is used: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Determines how relevant the candidate is for the selected job.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Uses TF-IDF, Cosine Similarity, and Sentence-BERT embeddings.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Similarity score + Match/No-Match decision.</a:t>
            </a:r>
            <a:endParaRPr lang="en-IN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909828" cy="89976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232" y="256032"/>
            <a:ext cx="713232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7432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32323"/>
                </a:solidFill>
              </a:rPr>
              <a:t>MODULE 4 – SKILL GAP ANALYSIS &amp; RECOMMENDATION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74469F-2BA3-0092-CC7F-A301BC5EA2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248" y="1633420"/>
            <a:ext cx="5496436" cy="44895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B74BDA-C0A2-9785-9D18-D7BE41FBA7FE}"/>
              </a:ext>
            </a:extLst>
          </p:cNvPr>
          <p:cNvSpPr txBox="1"/>
          <p:nvPr/>
        </p:nvSpPr>
        <p:spPr>
          <a:xfrm>
            <a:off x="700066" y="1955346"/>
            <a:ext cx="5496436" cy="3845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Identifies the difference between candidate skills and job requirements.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it is used: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Helps candidates understand and improve their missing skills.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Compares skills, calculates skill gaps, and generates recommendations.</a:t>
            </a:r>
          </a:p>
          <a:p>
            <a:pPr marL="0" marR="0" lvl="0" indent="-342900" algn="just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Skill Gap Report + Recommendations + ATS-Friendly Resume &amp; Portfolio.</a:t>
            </a:r>
            <a:endParaRPr lang="en-IN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7828"/>
            <a:ext cx="9144000" cy="783772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  <a:endParaRPr lang="en-I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6609" y="1805652"/>
            <a:ext cx="5613722" cy="4464520"/>
          </a:xfrm>
        </p:spPr>
        <p:txBody>
          <a:bodyPr>
            <a:normAutofit fontScale="47500" lnSpcReduction="20000"/>
          </a:bodyPr>
          <a:lstStyle/>
          <a:p>
            <a:pPr algn="l">
              <a:lnSpc>
                <a:spcPct val="15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processes </a:t>
            </a: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resumes and target job descriptions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relevant </a:t>
            </a: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skills, tools, qualifications, and entities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using NLP.</a:t>
            </a:r>
          </a:p>
          <a:p>
            <a:pPr marL="342900" lvl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 </a:t>
            </a: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resume–job similarity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using TF-IDF and Sentence-BERT.</a:t>
            </a:r>
          </a:p>
          <a:p>
            <a:pPr marL="342900" lvl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 </a:t>
            </a: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matched and missing skills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from the job requirements.</a:t>
            </a:r>
          </a:p>
          <a:p>
            <a:pPr marL="342900" lvl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 </a:t>
            </a: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skill-gap report with personalized recommendations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an </a:t>
            </a: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ATS-friendly resume and portfolio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tailored to the target job.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" y="255174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406" y="25517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393210-D98F-FEBE-67BA-24A9DD5CBF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278" y="1805652"/>
            <a:ext cx="5280402" cy="427932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8CD02-FEA4-E3E6-C15C-38A4A6AAB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BE317-88BC-4CD5-5028-1AD133121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7828"/>
            <a:ext cx="9144000" cy="783772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B62A3-6A8A-E1BE-F077-0D27C621E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2111" y="1994154"/>
            <a:ext cx="9585295" cy="4464520"/>
          </a:xfrm>
        </p:spPr>
        <p:txBody>
          <a:bodyPr>
            <a:normAutofit/>
          </a:bodyPr>
          <a:lstStyle/>
          <a:p>
            <a:pPr algn="l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6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an automated and intelligent solution for resume–job matching. By combining NLP, semantic similarity, and skill-gap analysis, it helps candidates understand their strengths and missing skills. The system also improves resume relevance and ATS compatibility, making the overall job application process more effective and efficient.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9939D8-02CE-A83A-895C-4BAFFCE94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" y="255174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DC86F60-8B4E-5AF8-2CBE-A13A1CA0C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406" y="25517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008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6207"/>
            <a:ext cx="10515600" cy="129880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170" y="1825624"/>
            <a:ext cx="9311688" cy="4852967"/>
          </a:xfrm>
        </p:spPr>
        <p:txBody>
          <a:bodyPr>
            <a:normAutofit fontScale="55000" lnSpcReduction="20000"/>
          </a:bodyPr>
          <a:lstStyle/>
          <a:p>
            <a:pPr algn="just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job market data via job-portal APIs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LLMs for more natural resume rewriting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version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Interview-question generation based on skill gaps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extension for auto-detection + instant adaptation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" y="255174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406" y="25517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1326" y="331317"/>
            <a:ext cx="26564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800" b="1" dirty="0"/>
          </a:p>
        </p:txBody>
      </p:sp>
      <p:sp>
        <p:nvSpPr>
          <p:cNvPr id="3" name="Rectangle 2"/>
          <p:cNvSpPr/>
          <p:nvPr/>
        </p:nvSpPr>
        <p:spPr>
          <a:xfrm>
            <a:off x="1071153" y="1097280"/>
            <a:ext cx="97579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63600" y="1319530"/>
            <a:ext cx="10508615" cy="5022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" y="255174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406" y="25517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6"/>
          <p:cNvSpPr txBox="1"/>
          <p:nvPr/>
        </p:nvSpPr>
        <p:spPr>
          <a:xfrm>
            <a:off x="596265" y="1236980"/>
            <a:ext cx="11023600" cy="53041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Xu, J. Lu, J. Liu, and X. Wei, "Resume Screening Using Deep Learning and Natural Language Processing," Knowledge-Based Systems, vol. 215, 2021.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Elakkiya and S.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Muthurajkumar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"Automated Resume Screening System Using Semantic Similarity," Proc. Int. Conf. Computing, Electronics &amp; Communications Engineering (ICCECE), 2021.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de Groot, J. Schutte, and D. Graus, "Job Posting-Enriched Knowledge Graph for Skills-Based Matching,"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arXiv:2109.02554, 2021.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Hofeditz, S. Clausen, A.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Rieß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"Applying XAI to an AI-Based System for Candidate Management to Mitigate Bias and Discrimination in Hiring," Electronic Markets, vol. 32, pp. 2207–2233, 2022.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Sun, Y. Meng, X. Ao, F. Wu, T. Zhang, J. Li, and C. Fan, "Sentence Similarity Based on Contexts," Transactions of the Association for Computational Linguistics (TACL), vol. 10, pp. 573–588, 2022.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87FE2-BAE5-EE7E-7518-205923773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964D7-0153-74F7-AE3E-E2E17490E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395" y="2766218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963461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1511</Words>
  <Application>Microsoft Office PowerPoint</Application>
  <PresentationFormat>Widescreen</PresentationFormat>
  <Paragraphs>177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OVERVIEW</vt:lpstr>
      <vt:lpstr> ABSTRACT </vt:lpstr>
      <vt:lpstr>INTRODUCTION </vt:lpstr>
      <vt:lpstr>                               LITERATURE SURVEY</vt:lpstr>
      <vt:lpstr>                                  LITERATURE SURVEY</vt:lpstr>
      <vt:lpstr>EXISTING SYSTEM </vt:lpstr>
      <vt:lpstr>PROBLEM IDENTIFICATION</vt:lpstr>
      <vt:lpstr>PROPOSED SYSTEM</vt:lpstr>
      <vt:lpstr>                        SYSTEM CONFIGURATION</vt:lpstr>
      <vt:lpstr>PowerPoint Presentation</vt:lpstr>
      <vt:lpstr>ALGORITHM  </vt:lpstr>
      <vt:lpstr>FLOW CHART</vt:lpstr>
      <vt:lpstr>LIST OF MODULES</vt:lpstr>
      <vt:lpstr>PowerPoint Presentation</vt:lpstr>
      <vt:lpstr>PowerPoint Presentation</vt:lpstr>
      <vt:lpstr>PowerPoint Presentation</vt:lpstr>
      <vt:lpstr>PowerPoint Presentation</vt:lpstr>
      <vt:lpstr>RESULT </vt:lpstr>
      <vt:lpstr>CONCLUSION</vt:lpstr>
      <vt:lpstr>FUTURE ENHANCEMENT </vt:lpstr>
      <vt:lpstr>PowerPoint Presentation</vt:lpstr>
      <vt:lpstr>  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Information System for Small-Scale Farmers</dc:title>
  <dc:creator>admin</dc:creator>
  <cp:lastModifiedBy>praveena chakka</cp:lastModifiedBy>
  <cp:revision>126</cp:revision>
  <dcterms:created xsi:type="dcterms:W3CDTF">2018-12-29T07:03:00Z</dcterms:created>
  <dcterms:modified xsi:type="dcterms:W3CDTF">2026-08-27T04:03:02Z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C36A8B26E30B401EA6D908ED45028056_13</vt:lpwstr>
  </property>
</Properties>
</file>